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Jogar, Pensar e Programar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Projeto Final — aplicação educacional orientada por especificação</a:t>
            </a:r>
            <a:br/>
            <a:r>
              <a:t>Jannes Mary Muniz Rabelo | EDUCATEC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Contexto pedagógico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Público: 3º ao 5º ano</a:t>
            </a:r>
            <a:br/>
            <a:r>
              <a:t>BNCC Computação: EF03CO01</a:t>
            </a:r>
            <a:br/>
            <a:r>
              <a:t>Articulação: EF35EF01</a:t>
            </a:r>
            <a:br/>
            <a:r>
              <a:t>Desafio: compreender algoritmos simples por meio de jogos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 problema pedagógico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Como apoiar a compreensão de sequências de comandos e resolução de problemas sem reduzir o estudante à memorização?</a:t>
            </a:r>
            <a:br/>
            <a:br/>
            <a:r>
              <a:t>Solução: desafios interativos com identificação, análise, criação, feedback e progressão.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Aplicação web responsiva</a:t>
            </a:r>
            <a:br/>
            <a:r>
              <a:t>Níveis: Identificar → Analisar → Criar → Desafio final</a:t>
            </a:r>
            <a:br/>
            <a:r>
              <a:t>Feedback após respostas</a:t>
            </a:r>
            <a:br/>
            <a:r>
              <a:t>Progressão explícita</a:t>
            </a:r>
            <a:br/>
            <a:r>
              <a:t>Preparação para uso 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Decisões antes do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Algoritmos simples na primeira versão</a:t>
            </a:r>
            <a:br/>
            <a:r>
              <a:t>• Níveis disponíveis desde o início</a:t>
            </a:r>
            <a:br/>
            <a:r>
              <a:t>• Ordem pedagógica recomendada</a:t>
            </a:r>
            <a:br/>
            <a:r>
              <a:t>• Jogos de matriz indígena e africana</a:t>
            </a:r>
            <a:br/>
            <a:r>
              <a:t>• Revisão cultural humana</a:t>
            </a:r>
            <a:br/>
            <a:r>
              <a:t>• Controle humano das decisões apoiadas por 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Processo Spec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Constitution → Specify → Clarify → Plan → Checklist → Tasks → Analyze → Implement → Converge</a:t>
            </a:r>
            <a:br/>
            <a:br/>
            <a:r>
              <a:t>A equipe revisou decisões antes da implementação e acompanhou as alterações do agente.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O que foi corrigido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Revisão cultural pendente após aprovação</a:t>
            </a:r>
            <a:br/>
            <a:r>
              <a:t>• Service Worker/cache offline</a:t>
            </a:r>
            <a:br/>
            <a:r>
              <a:t>• Progressão após desafio correto</a:t>
            </a:r>
            <a:br/>
            <a:r>
              <a:t>• Nível 2 — Analisar</a:t>
            </a:r>
            <a:br/>
            <a:r>
              <a:t>• Cache antigo do navegador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Abrir a aplicação pública</a:t>
            </a:r>
            <a:br/>
            <a:r>
              <a:t>Executar um desafio</a:t>
            </a:r>
            <a:br/>
            <a:r>
              <a:t>Mostrar o Nível 2</a:t>
            </a:r>
            <a:br/>
            <a:r>
              <a:t>Responder e observar o feedback</a:t>
            </a:r>
            <a:br/>
            <a:r>
              <a:t>Mostrar “Ver sequência e resultado”</a:t>
            </a:r>
            <a:br/>
            <a:r>
              <a:t>Avançar para o próximo nível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Testes automatizados finais registrados: 12 aprovados / 0 falhas</a:t>
            </a:r>
            <a:br/>
            <a:r>
              <a:t>Testes funcionais de navegação, feedback, progressão e offline</a:t>
            </a:r>
            <a:br/>
            <a:r>
              <a:t>Versão corrigida publicada no GitHub Pages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Resultados e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Resultado: versão funcional e publicada</a:t>
            </a:r>
            <a:br/>
            <a:r>
              <a:t>Limite: testes técnicos não equivalem a evidência de aprendizagem com estudantes</a:t>
            </a:r>
            <a:br/>
            <a:r>
              <a:t>Conferir e registrar testes em desktop, tablet e celular antes da entrega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Aplicação:</a:t>
            </a:r>
            <a:br/>
            <a:r>
              <a:t>https://jmmradbb26-arch.github.io/jogar-pensar-programar/</a:t>
            </a:r>
            <a:br/>
            <a:br/>
            <a:r>
              <a:t>Repositório:</a:t>
            </a:r>
            <a:br/>
            <a:r>
              <a:t>https://github.com/jmmradbb26-arch/jogar-pensar-programar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Aprendizagem sobre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O agente acelera implementação e diagnóstico, mas não substitui decisões pedagógicas.</a:t>
            </a:r>
            <a:br/>
            <a:br/>
            <a:r>
              <a:t>A supervisão humana foi necessária para especificação, cultura, acessibilidade, testes, correções e publicação.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Jogar, Pensar e Programar</a:t>
            </a:r>
            <a:br/>
            <a:br/>
            <a:r>
              <a:t>Pensar → testar → analisar → criar → revisar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